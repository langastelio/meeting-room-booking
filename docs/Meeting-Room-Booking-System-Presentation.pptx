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5048-DDF7-467E-8343-D6DDFBC40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A7B44-7976-EFEF-C80C-B5074376E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A0F2E-5045-6AB8-FED0-EA2D4F2F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C0DA9-D1C1-F1D7-2DFD-1A3ADA8F6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41D2C-21F4-8F28-6BD3-D4007F54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012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AA6F-171C-3CBC-CFA5-A447B52A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CA3DF-C0F5-FD81-EBC6-EFE7CDA52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1D95C-F5D1-B004-4CF4-D0A92CFC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25683-55E9-8C47-D85C-9639AB72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22C23-EC2B-6607-F632-2BCDB054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008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D6B1-B503-D667-8911-5D66DB8D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365BB-8A8A-F226-9F69-FC52B32C1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FE73B-9242-2A44-5254-93BBBFAC1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381DB-9DF9-F530-6270-8B91AC91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B9541-92F4-A965-98A8-14ADE374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1574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F5F1-DC21-5C6F-9872-AEF884E2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56DA-765F-9F3C-9548-54CAC6707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C6211-E827-9518-B1B8-F33763656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86F60-53A8-134E-D9CC-B66157EAB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F1B2E-29B1-39C4-F8F1-5DCBEA7C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BA79B-6018-CF66-BA94-AEAACED0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365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A269D-AA7C-78FB-EC69-DC636B96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F8616-8DB9-5BB3-BDDA-B43DB841E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CC53B-5B00-D74C-4386-70B387958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BF61D-1E79-F5EE-396A-E20B72A5C6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BD4CF-B8B6-1211-BC1D-97B90D2FD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81684-8A32-646C-64D5-F9AE2C5E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20522D-9A63-1E14-DB71-A8A830C9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CED99-12FA-CCFA-2572-5C52E54C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3653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F468-08F1-0548-3876-FD886E27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C0235-5A02-069E-26CC-599C1030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89FE0E-0A95-A80C-03D2-05C854185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1DC70-7CCA-2304-994A-1CE9836C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78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28E392-06C0-7285-2720-B32113B9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95C12-AA37-7619-485D-DEF69FE5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C9033-3116-AAD5-E4B5-454A5504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759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C75A3-B7B6-C1AE-2F82-B5F114AB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FF87E-4192-9B25-43E5-F89988655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EE2D2-5AF3-3007-FC5B-EFCCA9E08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83C70-91B8-96AF-03CA-DD3E4FC3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EB40D-49B6-3CF3-DA8E-D7474D7E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9746B-6557-3AC8-C51F-5597FF13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6968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41E9-9F82-5D93-042F-0CE3C4DD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9A91D8-D74E-4FEF-020D-50B2819E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E76AA-F7FA-BDDE-95F8-514696E1E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0D03C-F1A2-7F19-C32F-69ADF49E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4C26D-487C-B263-DBEA-FFB5A1D1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A585A-57D8-15B0-2885-0C2002146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252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18F4-335D-CC3A-608B-4C1CB0DE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E2114-93B5-F235-F4B0-8F89378E3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EBA5C-0A5B-F073-4F63-3B8DB1CC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6043B-168E-9C13-E508-F3AFF5BE4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3BF2-1031-C940-A5FD-C5AF18B3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728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F8E0F-BDD1-53E0-1290-838F4E085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214DE-4820-E5B6-8406-1FCF7149E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9DF47-2741-5F1F-4058-F810694AA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131FC-2535-ACE0-46FC-A599D4E0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E26DB-83B2-3BE4-90C5-6FC234C3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13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4CDF-6435-CD00-B64F-1D2A23912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39AA4-9833-B8F5-0084-402454D05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78EFD-7A65-125C-84DE-DE7A2221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BF423-7FDD-4D63-EA54-E77114CE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6D5FE-95A6-0F87-C10A-1414470C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456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2A490A-E534-8952-E191-702871A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7D156-1199-E3CC-2E96-3827715A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57F03-4AB4-ABE3-086F-B8DF380A1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EB090-CB15-4A02-A6FC-D151346E518B}" type="datetimeFigureOut">
              <a:rPr lang="en-ZA" smtClean="0"/>
              <a:t>2026/06/10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26C6A-007A-A8D7-CE51-C211C063F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08079-56D1-3293-AD45-4D8AC4895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8653D-E7EF-48B6-BE61-3DFFC7346A19}" type="slidenum">
              <a:rPr lang="en-ZA" smtClean="0"/>
              <a:t>‹#›</a:t>
            </a:fld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58AF0-BBBA-5340-6804-2EF7A7DCE1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6621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ZA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8389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A77A-886D-8F88-E897-12EA54EFF6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sz="4000" b="1">
                <a:solidFill>
                  <a:srgbClr val="38BDF8"/>
                </a:solidFill>
                <a:latin typeface="Segoe UI" panose="020B0502040204020203" pitchFamily="34" charset="0"/>
              </a:rPr>
              <a:t>Meeting Room Booking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BE496-BEC3-E8EB-A281-97477A0931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94A3B8"/>
                </a:solidFill>
                <a:latin typeface="Segoe UI" panose="020B0502040204020203" pitchFamily="34" charset="0"/>
              </a:rPr>
              <a:t>A web-based room reservation platform</a:t>
            </a:r>
          </a:p>
          <a:p>
            <a:r>
              <a:rPr lang="en-ZA" sz="1800">
                <a:solidFill>
                  <a:srgbClr val="94A3B8"/>
                </a:solidFill>
                <a:latin typeface="Segoe UI" panose="020B0502040204020203" pitchFamily="34" charset="0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247220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AE2F-ADC0-276F-88E3-2834705C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System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3571B-DD14-E95D-8FF1-8BF535E5C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Web-based platform to reserve meeting rooms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Role-based access — admins and standard users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100% static front-end (HTML / CSS / JavaScript)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Cloud database on Supabase (PostgreSQL)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Live, shared and multi-user — no server to maintain</a:t>
            </a:r>
          </a:p>
        </p:txBody>
      </p:sp>
    </p:spTree>
    <p:extLst>
      <p:ext uri="{BB962C8B-B14F-4D97-AF65-F5344CB8AC3E}">
        <p14:creationId xmlns:p14="http://schemas.microsoft.com/office/powerpoint/2010/main" val="2796163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4F0C-07A1-7A26-34F6-9C9946E87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1EE02-CEE8-C662-C0D4-A9BA9375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HTML5, CSS3, vanilla JavaScript (no framework)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Supabase (PostgreSQL) via public key + Row Level Security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SheetJS — reads the Excel seed workbook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GitHub Pages — free hosting and auto-deploy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Web Notifications API — meeting reminders</a:t>
            </a:r>
          </a:p>
        </p:txBody>
      </p:sp>
    </p:spTree>
    <p:extLst>
      <p:ext uri="{BB962C8B-B14F-4D97-AF65-F5344CB8AC3E}">
        <p14:creationId xmlns:p14="http://schemas.microsoft.com/office/powerpoint/2010/main" val="3075892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07565-833C-7505-8B2D-471DBBBE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How It 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92FCB-4FC1-7910-8845-9EA9E99F9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Browser app talks directly to the Supabase database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Realtime updates + 5-second polling keep everyone in sync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Initial data seeded once from an Excel workbook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No custom backend server to run or maintain</a:t>
            </a:r>
          </a:p>
        </p:txBody>
      </p:sp>
    </p:spTree>
    <p:extLst>
      <p:ext uri="{BB962C8B-B14F-4D97-AF65-F5344CB8AC3E}">
        <p14:creationId xmlns:p14="http://schemas.microsoft.com/office/powerpoint/2010/main" val="1772228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6003-9223-7598-FBE1-5367CADF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User Roles and Permissions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425B5-80AD-8AEC-6C91-FD5DDE451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Administrator: manage rooms, users and reporting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Standard User: book rooms and manage own bookings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The first account created becomes the administrator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Role-based navigation and page guards</a:t>
            </a:r>
          </a:p>
        </p:txBody>
      </p:sp>
    </p:spTree>
    <p:extLst>
      <p:ext uri="{BB962C8B-B14F-4D97-AF65-F5344CB8AC3E}">
        <p14:creationId xmlns:p14="http://schemas.microsoft.com/office/powerpoint/2010/main" val="2291228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1DC4-CDB1-CFEC-C1A3-DAE708DD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Security and Access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A44C3-08E8-E3B0-3E69-5522399DB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Login required on every page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Passwords hashed with SHA-256 (salted)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Forced password reset on first login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Automatic logout after 15 minutes of inactivity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Parameterised queries (no SQL injection); output escaped (XSS)</a:t>
            </a:r>
          </a:p>
        </p:txBody>
      </p:sp>
    </p:spTree>
    <p:extLst>
      <p:ext uri="{BB962C8B-B14F-4D97-AF65-F5344CB8AC3E}">
        <p14:creationId xmlns:p14="http://schemas.microsoft.com/office/powerpoint/2010/main" val="3836589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F03B-76C8-14AD-3BC1-3644C167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User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2725E-D4AB-4131-1CF1-F9087C22E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Create users: full name, username, temporary password, role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Edit name and role inline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Reset password, enable / disable, or delete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Admins cannot lock themselves out</a:t>
            </a:r>
          </a:p>
        </p:txBody>
      </p:sp>
    </p:spTree>
    <p:extLst>
      <p:ext uri="{BB962C8B-B14F-4D97-AF65-F5344CB8AC3E}">
        <p14:creationId xmlns:p14="http://schemas.microsoft.com/office/powerpoint/2010/main" val="3786871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334D-ABCF-153B-94D7-883947B4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Meeting Room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9315F-4C0D-B452-F7DE-9685300E7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Add rooms: name, location, capacity, facilities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Edit room details inline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Activate / deactivate (hidden from booking when inactive)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Delete rooms (existing bookings retained)</a:t>
            </a:r>
          </a:p>
        </p:txBody>
      </p:sp>
    </p:spTree>
    <p:extLst>
      <p:ext uri="{BB962C8B-B14F-4D97-AF65-F5344CB8AC3E}">
        <p14:creationId xmlns:p14="http://schemas.microsoft.com/office/powerpoint/2010/main" val="3363940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3F5C0-400A-9B65-1DDC-FA548CB7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Booking a Room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5D97B-24D8-014D-BFD8-A8CD6DF58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Choose room, meeting title, date and time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Booker name is auto-filled and read-only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Per-room double-booking prevented in real time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Smart suggestions: free rooms and free time slots on clash</a:t>
            </a:r>
          </a:p>
        </p:txBody>
      </p:sp>
    </p:spTree>
    <p:extLst>
      <p:ext uri="{BB962C8B-B14F-4D97-AF65-F5344CB8AC3E}">
        <p14:creationId xmlns:p14="http://schemas.microsoft.com/office/powerpoint/2010/main" val="2470709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09E4-EB47-7C6F-3E65-8B4E51B99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Cancellations and Audit Trail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98E02-1F5B-781F-B5FD-3FC1D5FAF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Cancel via an in-app modal with a required reason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Soft cancel — records who, why and when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Frees the room and drops from Upcoming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Users cancel their own; admins cancel any</a:t>
            </a:r>
          </a:p>
        </p:txBody>
      </p:sp>
    </p:spTree>
    <p:extLst>
      <p:ext uri="{BB962C8B-B14F-4D97-AF65-F5344CB8AC3E}">
        <p14:creationId xmlns:p14="http://schemas.microsoft.com/office/powerpoint/2010/main" val="291175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0AD2B-819E-5236-F473-DA195904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Notifications and Reminders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48A29-77AE-7085-B360-2C899A64F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Reminders at 30, 15 and 5 minutes before start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Browser notification plus in-app toast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Owner notified when an admin cancels their meeting</a:t>
            </a:r>
          </a:p>
        </p:txBody>
      </p:sp>
    </p:spTree>
    <p:extLst>
      <p:ext uri="{BB962C8B-B14F-4D97-AF65-F5344CB8AC3E}">
        <p14:creationId xmlns:p14="http://schemas.microsoft.com/office/powerpoint/2010/main" val="1270906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36B4-3F9B-9239-AE9A-94560359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History and Reporting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413EA-2691-D511-5739-C96D994C8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Held meetings move to History automatically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Admin-only reporting page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Status, who cancelled, reason and date filter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One-click CSV export</a:t>
            </a:r>
          </a:p>
        </p:txBody>
      </p:sp>
    </p:spTree>
    <p:extLst>
      <p:ext uri="{BB962C8B-B14F-4D97-AF65-F5344CB8AC3E}">
        <p14:creationId xmlns:p14="http://schemas.microsoft.com/office/powerpoint/2010/main" val="80732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1BAD-C2A5-0B37-E2A6-D68800BC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Experience and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43602-1572-001B-0A99-01759DB9B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Dark / light theme toggle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Fully responsive — desktop, tablet and mobile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Animated 5-second login loader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Branded favicon on every browser tab</a:t>
            </a:r>
          </a:p>
        </p:txBody>
      </p:sp>
    </p:spTree>
    <p:extLst>
      <p:ext uri="{BB962C8B-B14F-4D97-AF65-F5344CB8AC3E}">
        <p14:creationId xmlns:p14="http://schemas.microsoft.com/office/powerpoint/2010/main" val="1823485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5B8-9239-D7BE-E534-4C5E88FD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1B2BA-000F-9098-D97A-D054AC881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Run the schema script in the Supabase SQL Editor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Set project URL and public key in config.js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Push to GitHub — Pages deploys automatically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Every push goes live in about a minute</a:t>
            </a:r>
          </a:p>
        </p:txBody>
      </p:sp>
    </p:spTree>
    <p:extLst>
      <p:ext uri="{BB962C8B-B14F-4D97-AF65-F5344CB8AC3E}">
        <p14:creationId xmlns:p14="http://schemas.microsoft.com/office/powerpoint/2010/main" val="1787012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7DE3-007A-E73F-AB8E-C98C62CF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3000" b="1">
                <a:solidFill>
                  <a:srgbClr val="38BDF8"/>
                </a:solidFill>
                <a:latin typeface="Segoe UI" panose="020B0502040204020203" pitchFamily="34" charset="0"/>
              </a:rPr>
              <a:t>Roadmap and 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3E5B2-261E-B781-10A9-B0EC7C01D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Upgrade to full Supabase Auth (hardened security)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Push reminders even when the app is closed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Weekly calendar view and recurring bookings</a:t>
            </a:r>
          </a:p>
          <a:p>
            <a:r>
              <a:rPr lang="en-ZA" sz="1800">
                <a:solidFill>
                  <a:srgbClr val="E2E8F0"/>
                </a:solidFill>
                <a:latin typeface="Segoe UI" panose="020B0502040204020203" pitchFamily="34" charset="0"/>
              </a:rPr>
              <a:t>Capacity-aware room suggestions</a:t>
            </a:r>
          </a:p>
        </p:txBody>
      </p:sp>
    </p:spTree>
    <p:extLst>
      <p:ext uri="{BB962C8B-B14F-4D97-AF65-F5344CB8AC3E}">
        <p14:creationId xmlns:p14="http://schemas.microsoft.com/office/powerpoint/2010/main" val="1957784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2DBB-B590-0316-AB05-FD563FC8B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sz="4000" b="1">
                <a:solidFill>
                  <a:srgbClr val="38BDF8"/>
                </a:solidFill>
                <a:latin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BA72F-052C-0B94-994C-C24D3EDDFB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ZA" sz="1800">
                <a:solidFill>
                  <a:srgbClr val="94A3B8"/>
                </a:solidFill>
                <a:latin typeface="Segoe UI" panose="020B0502040204020203" pitchFamily="34" charset="0"/>
              </a:rPr>
              <a:t>Live: langastelio.github.io/meeting-room-booking</a:t>
            </a:r>
          </a:p>
        </p:txBody>
      </p:sp>
    </p:spTree>
    <p:extLst>
      <p:ext uri="{BB962C8B-B14F-4D97-AF65-F5344CB8AC3E}">
        <p14:creationId xmlns:p14="http://schemas.microsoft.com/office/powerpoint/2010/main" val="2412665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PresentationFormat>Widescreen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Segoe UI</vt:lpstr>
      <vt:lpstr>Office Theme</vt:lpstr>
      <vt:lpstr>Meeting Room Booking System</vt:lpstr>
      <vt:lpstr>System Overview</vt:lpstr>
      <vt:lpstr>Technology Stack</vt:lpstr>
      <vt:lpstr>How It Works</vt:lpstr>
      <vt:lpstr>User Roles and Permissions</vt:lpstr>
      <vt:lpstr>Security and Access Control</vt:lpstr>
      <vt:lpstr>User Management</vt:lpstr>
      <vt:lpstr>Meeting Room Management</vt:lpstr>
      <vt:lpstr>Booking a Room</vt:lpstr>
      <vt:lpstr>Cancellations and Audit Trail</vt:lpstr>
      <vt:lpstr>Notifications and Reminders</vt:lpstr>
      <vt:lpstr>History and Reporting</vt:lpstr>
      <vt:lpstr>Experience and Design</vt:lpstr>
      <vt:lpstr>Deployment</vt:lpstr>
      <vt:lpstr>Roadmap and Future Enhancements</vt:lpstr>
      <vt:lpstr>Thank You</vt:lpstr>
    </vt:vector>
  </TitlesOfParts>
  <Company>Standard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Langa, Stelio S</dc:creator>
  <cp:lastModifiedBy>Langa, Stelio S</cp:lastModifiedBy>
  <cp:revision>1</cp:revision>
  <dcterms:created xsi:type="dcterms:W3CDTF">2026-06-10T14:51:56Z</dcterms:created>
  <dcterms:modified xsi:type="dcterms:W3CDTF">2026-06-10T14:51:56Z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6b9d4ea-d348-4e93-a29a-8def053c0154_Enabled">
    <vt:lpwstr>true</vt:lpwstr>
  </property>
  <property fmtid="{D5CDD505-2E9C-101B-9397-08002B2CF9AE}" pid="3" name="MSIP_Label_d6b9d4ea-d348-4e93-a29a-8def053c0154_SetDate">
    <vt:lpwstr>2026-06-10T14:51:56Z</vt:lpwstr>
  </property>
  <property fmtid="{D5CDD505-2E9C-101B-9397-08002B2CF9AE}" pid="4" name="MSIP_Label_d6b9d4ea-d348-4e93-a29a-8def053c0154_Method">
    <vt:lpwstr>Standard</vt:lpwstr>
  </property>
  <property fmtid="{D5CDD505-2E9C-101B-9397-08002B2CF9AE}" pid="5" name="MSIP_Label_d6b9d4ea-d348-4e93-a29a-8def053c0154_Name">
    <vt:lpwstr>d6b9d4ea-d348-4e93-a29a-8def053c0154</vt:lpwstr>
  </property>
  <property fmtid="{D5CDD505-2E9C-101B-9397-08002B2CF9AE}" pid="6" name="MSIP_Label_d6b9d4ea-d348-4e93-a29a-8def053c0154_SiteId">
    <vt:lpwstr>7369e6ec-faa6-42fa-bc0e-4f332da5b1db</vt:lpwstr>
  </property>
  <property fmtid="{D5CDD505-2E9C-101B-9397-08002B2CF9AE}" pid="7" name="MSIP_Label_d6b9d4ea-d348-4e93-a29a-8def053c0154_ActionId">
    <vt:lpwstr>fb5bd653-8774-497c-bea5-fca527904cae</vt:lpwstr>
  </property>
  <property fmtid="{D5CDD505-2E9C-101B-9397-08002B2CF9AE}" pid="8" name="MSIP_Label_d6b9d4ea-d348-4e93-a29a-8def053c0154_ContentBits">
    <vt:lpwstr>2</vt:lpwstr>
  </property>
  <property fmtid="{D5CDD505-2E9C-101B-9397-08002B2CF9AE}" pid="9" name="MSIP_Label_d6b9d4ea-d348-4e93-a29a-8def053c015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Classified as Internal use only</vt:lpwstr>
  </property>
</Properties>
</file>